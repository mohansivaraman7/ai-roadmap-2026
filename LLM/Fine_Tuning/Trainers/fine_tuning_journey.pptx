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an LLM, step by step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301752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config  →  LoRA  →  QLoRA  →  training data  →  Trainer  →  TRL trainers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31520" y="4023360"/>
            <a:ext cx="1234440" cy="1097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03120" y="4023360"/>
            <a:ext cx="1234440" cy="10972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0" y="4023360"/>
            <a:ext cx="1234440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0" y="4023360"/>
            <a:ext cx="123444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0" y="4023360"/>
            <a:ext cx="1234440" cy="10972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0" y="4023360"/>
            <a:ext cx="1234440" cy="109728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journey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steps, each one adds something to the one before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128016" cy="21945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Manual config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layers by hand, train the rest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basics_of_fine_tuning.py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554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1554480"/>
            <a:ext cx="128016" cy="21945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LoRA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model frozen, train tiny adapters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basics_of_fine_tuning_with_PEFT.py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55448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0" y="1554480"/>
            <a:ext cx="128016" cy="21945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69164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QLoRA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228600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on a 4-bit compressed base model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36676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basics_of_fine_tuning_with_QLORA.py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9776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77640"/>
            <a:ext cx="128016" cy="2194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Training data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68680" y="4709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facts as question and answer text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868680" y="5623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create_training_data.py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97680" y="39776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3977640"/>
            <a:ext cx="128016" cy="21945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1772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Trainer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617720" y="4709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training loop for you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4617720" y="5623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lora_finetune.py, qlora_finetune.py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046720" y="3977640"/>
            <a:ext cx="35661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046720" y="3977640"/>
            <a:ext cx="128016" cy="21945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66760" y="411480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TRL trainers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8366760" y="470916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SFT, DPO, Reward, GRPO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366760" y="56235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sft_lora_qlora.py and 3 more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fine-tuning 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an open model that is already trained, and train it a little more on your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48640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fine-tuning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1206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every weight changes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layer freezing (BERT)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PEFT: only small add-ons train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PEFT includes LoRA, QLoRA, adapters, prompt tuning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309360" y="1463040"/>
            <a:ext cx="53035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09360" y="1463040"/>
            <a:ext cx="530352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4630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vs RAG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92240" y="2194560"/>
            <a:ext cx="49377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changes the model's weights, once, before deployment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leaves the model alone and adds retrieved text to each question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for behaviour, style and format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RAG for facts that change, like policy documents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manual config (layer freezing)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classification: freeze everything, then unfreeze only what should learn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basics_of_fine_tuning.py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AutoModelForSequenceClassification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.from_pretrained("bert-base-uncased", num_labels=2)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freeze all parameters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param in model.parameters():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param.requires_grad = False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unfreeze the classifier head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param in model.classifier.parameters():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param.requires_grad = True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unfreeze the last 2 encoder layers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layer in model.bert.encoder.layer[-2:]: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param in layer.parameters():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param.requires_grad = True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1463040"/>
            <a:ext cx="4389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463040"/>
            <a:ext cx="438912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463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does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06640" y="2194560"/>
            <a:ext cx="4023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classifier head is a new, randomly started layer; it must be trained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2 of 12 layers also train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12.9% of BERT-base's 109.5M weights are trainable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weights in those layers do change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1b: the manual training loop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sentences, one batch, 15 steps. No trainer needed.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basics_of_fine_tuning_part2.py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optimizer = torch.optim.AdamW(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filter(lambda p: p.requires_grad,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model.parameters()), lr=2e-5)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model.train()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epoch in range(15):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outputs = model(**inputs, labels=labels)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outputs.loss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optimizer.step()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optimizer.zero_grad()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223760" y="1463040"/>
            <a:ext cx="4389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463040"/>
            <a:ext cx="438912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463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steps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06640" y="2194560"/>
            <a:ext cx="4023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model guesses, loss measures the error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backward(): works out how to change each weight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step(): changes the unfrozen weights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zero_grad(): clears for the next round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LoRA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the model frozen. Train two small matrices next to each layer.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2926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basics_of_fine_tuning_with_PEFT.py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669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 = LoraConfig(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r=8,                  # adapter size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lora_alpha=16,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target_modules=["q_proj", "v_proj"],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lora_dropout=0.05,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task_type="CAUSAL_LM",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get_peft_model(model, config)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572000"/>
            <a:ext cx="603504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5669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+ ΔW</a:t>
            </a:r>
            <a:endParaRPr lang="en-US" sz="3000" dirty="0"/>
          </a:p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W: original weights, frozen.   ΔW = B × A: tiny, trained.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6858000" y="146304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463040"/>
            <a:ext cx="475488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63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0" y="2194560"/>
            <a:ext cx="4389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sets the adapter size: bigger r, more capacity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target_modules picks which layers get adapters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Qwen2.5-0.5B with r=8 on q and v, about 0.1% of weights train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model stays untouched; the adapter is a few MB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layers should LoRA train?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target_modules choice decides what the model can learn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5394960" cy="5943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630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Attention: tokens talk to each other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q_proj, k_proj, v_proj, o_proj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how the model focuses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17920" y="146304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463040"/>
            <a:ext cx="539496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463040"/>
            <a:ext cx="5394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each token thinks alone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400800" y="2194560"/>
            <a:ext cx="50292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gate_proj, up_proj, down_proj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much of the model's knowledge</a:t>
            </a:r>
            <a:endParaRPr lang="en-US" sz="1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1605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383280"/>
                <a:gridCol w="53035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target_modules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 for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["q_proj", "v_proj"]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Style and tone, small data, low memory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only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q, k, v, 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task focus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+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"all-linear"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domain knowledge, best quality (usual for QLoRA)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QLoRA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LoRA, but the frozen base model is loaded in 4-bit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basics_of_fine_tuning_with_QLORA.py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03504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bnb_config = BitsAndBytesConfig(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load_in_4bit=True,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bnb_4bit_quant_type="nf4",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bnb_4bit_compute_dtype=torch.float16,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bnb_4bit_use_double_quant=True,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AutoModelForCausalLM.from_pretrained(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"Qwen/Qwen2.5-0.5B",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quantization_config=bnb_config,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device_map="auto",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prepare_model_for_kbit_training(model)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LoraConfig + get_peft_model: unchanged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223760" y="1463040"/>
            <a:ext cx="438912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1463040"/>
            <a:ext cx="438912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23760" y="146304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406640" y="2194560"/>
            <a:ext cx="402336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additions: 4-bit loading and prepare_model_for_kbit_training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 still train at normal precision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trainable share as LoRA; smaller memory for the base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an NVIDIA GPU (bitsandbytes). Use Colab on a Mac</a:t>
            </a:r>
            <a:endParaRPr lang="en-US" sz="1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vs LoRA vs QLoRA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Manual (layer freezing)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trains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Chosen original layers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adapters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adapters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Original weights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Changed (those layers)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and 4-bit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 share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About 13% (BERT, last 2 layers)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 under 1%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as LoRA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recommended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 GPU only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 file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basics_of_fine_tuning_part2.py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lora_finetune.py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qlora_finetune.py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train on our input data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facts reshaped from search chunks into question and answer text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03504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training example (the text column)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5669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Question: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How many days of annual leave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employees get?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### Answer: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full-time employees receive 20 days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of annual leave per calendar year.&lt;EOS&gt;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709160"/>
            <a:ext cx="603504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754880"/>
            <a:ext cx="5669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create_training_data.py turns 9 policy facts into a .jsonl file. The sft_lora_qlora.py script builds the same text inline.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858000" y="1463040"/>
            <a:ext cx="47548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858000" y="1463040"/>
            <a:ext cx="475488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0" y="14630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remember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7040880" y="2194560"/>
            <a:ext cx="438912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RAG: split the PDF into chunks and search them at question time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Fine-tuning: turn the same facts into question and answer pairs and train on them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 marker (EOS) teaches the model when to stop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examples is only a demo; real runs need far more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 trainer?</a:t>
            </a:r>
            <a:endParaRPr lang="en-US" sz="3000" dirty="0"/>
          </a:p>
        </p:txBody>
      </p:sp>
      <p:pic>
        <p:nvPicPr>
          <p:cNvPr id="3" name="Image 0" descr="trainer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1952" y="960120"/>
            <a:ext cx="8385048" cy="5806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Trainer (transformers)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runs the loop; you still prepare the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lora_finetune.py (the Trainer part)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217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tokenize(example):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tokenizer(example["text"], truncation=True,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padding="max_length", max_length=128)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tokenized = dataset.map(tokenize, remove_columns=["text"])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collator = DataCollatorForLanguageModeling(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tokenizer=tokenizer, mlm=False)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 = Trainer(model=model, args=training_args,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train_dataset=tokenized,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data_collator=collator)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trainer.train()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406640" y="1463040"/>
            <a:ext cx="42062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463040"/>
            <a:ext cx="4206240" cy="5943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463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89520" y="2194560"/>
            <a:ext cx="3840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batching, GPU and precision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Logging, checkpoints, evaluation, resuming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still write tokenize(), the collator and the LoRA wrap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choice for classification such as BERT</a:t>
            </a:r>
            <a:endParaRPr lang="en-US" sz="1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SFTTrainer (TRL)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Trainer, for fine-tuning text generation on example answers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583680" cy="47548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36192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sft_lora_qlora.py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621792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 = SFTTrainer(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model=model,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args=SFTConfig(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output_dir="out",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num_train_epochs=10,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learning_rate=2e-4,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dataset_text_field="text",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max_length=256,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train_dataset=dataset,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processing_class=tokenizer,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peft_config=lora_config,   # LoRA applied for you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trainer.train()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06640" y="1463040"/>
            <a:ext cx="420624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406640" y="1463040"/>
            <a:ext cx="4206240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06640" y="1463040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saves you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589520" y="2194560"/>
            <a:ext cx="384048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tokenize() or collator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peft_config; it wraps the model with LoRA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padding, chat formats, packing</a:t>
            </a:r>
            <a:endParaRPr lang="en-US" sz="19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9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you still call prepare_model_for_kbit_training first</a:t>
            </a:r>
            <a:endParaRPr lang="en-US" sz="1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TRL trainers</a:t>
            </a:r>
            <a:endParaRPr lang="en-US" sz="3000" dirty="0"/>
          </a:p>
        </p:txBody>
      </p:sp>
      <p:pic>
        <p:nvPicPr>
          <p:cNvPr id="3" name="Image 0" descr="trl_trainers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0" y="960120"/>
            <a:ext cx="8046720" cy="55778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it reinforcement learning?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part of TRL is</a:t>
            </a:r>
            <a:endParaRPr lang="en-US" sz="15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291840"/>
                <a:gridCol w="5577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Reinforcement learning?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123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SFTTrainer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Supervised: the model imitates example answers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DPOTrainer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strictly, but from the RL family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goal as RLHF, trained directly on good and bad pairs with no generate and score loop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RewardTrainer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building block for RL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Trains the judge; the RL step comes afterwards (PPO in classic RLHF)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GRPOTrainer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answers, your function scores them, better ones are reinforced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480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SFT first to learn the task, then DPO or GRPO to polish behaviour.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speed-up: Unsloth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LoRA and QLoRA, faster and lighter on GPU memory</a:t>
            </a:r>
            <a:endParaRPr lang="en-US" sz="1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7665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Plain Hugging 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Unsloth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38C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BitsAndBytesConfig + from_pretrained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FastLanguageModel.from_pretrained(load_in_4bit=True)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prepare_model_for_kbit_training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handled inside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LoraConfig + get_peft_model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FastLanguageModel.get_peft_model(...)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SFTTrainer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still SFTTrainer, faster underneath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463040"/>
            <a:ext cx="402336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589520" y="1463040"/>
            <a:ext cx="4023360" cy="5943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589520" y="1463040"/>
            <a:ext cx="4023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772400" y="2194560"/>
            <a:ext cx="365760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transformers, peft and TRL; it does not replace them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Mainly for NVIDIA GPUs; use Colab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unsloth before the other libraries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new method, just a faster way to run it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to use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Ask: what should the model do after training?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50876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Learning, or tiny experiment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223760" y="1508760"/>
            <a:ext cx="4389120" cy="640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15087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loop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258568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58568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text (spam, sentiment)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223760" y="2258568"/>
            <a:ext cx="4389120" cy="64008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0" y="225856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008376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answers from examples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7223760" y="3008376"/>
            <a:ext cx="438912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0" y="3008376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SFTTrainer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758184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good answers over bad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223760" y="3758184"/>
            <a:ext cx="4389120" cy="64008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23760" y="3758184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DPOTrainer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48640" y="4507992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507992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answers (judge model)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7223760" y="4507992"/>
            <a:ext cx="4389120" cy="640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223760" y="4507992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RewardTrainer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48640" y="5257800"/>
            <a:ext cx="6583680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2578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Maximise a reward you can code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7223760" y="5257800"/>
            <a:ext cx="4389120" cy="64008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23760" y="5257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GRPOTrainer</a:t>
            </a:r>
            <a:endParaRPr lang="en-US" sz="1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 and setup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8521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5852160" cy="5943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37160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files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31520" y="2103120"/>
            <a:ext cx="54864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basics_of_fine_tuning(.py, _part2.py)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basics_of_fine_tuning_with_PEFT / QLORA / UNSLOTH.py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create_training_data.py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lora_finetune.py, qlora_finetune.py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sft_lora_qlora.py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dpo_lora_example.py, reward_model_example.py, grpo_example.py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675120" y="1371600"/>
            <a:ext cx="493776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675120" y="1371600"/>
            <a:ext cx="4937760" cy="5943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0" y="13716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858000" y="2103120"/>
            <a:ext cx="4572000" cy="397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torch transformers peft datasets accelerate trl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bitsandbytes (QLoRA only)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needs a GPU: use a free Colab T4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 and Unsloth need NVIDIA; they will not run on a Mac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this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46304" cy="82296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3716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846320" y="137160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every step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377440"/>
            <a:ext cx="146304" cy="8229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/ QLoRA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846320" y="23774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train: small adapters (QLoRA: on a 4-bit base)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146304" cy="82296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832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Trainer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338328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loop for any task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389120"/>
            <a:ext cx="146304" cy="82296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38912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33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SFTTrainer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4389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 from example answers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394960"/>
            <a:ext cx="146304" cy="822960"/>
          </a:xfrm>
          <a:prstGeom prst="rect">
            <a:avLst/>
          </a:prstGeom>
          <a:solidFill>
            <a:srgbClr val="BE123C"/>
          </a:solidFill>
          <a:ln w="12700">
            <a:solidFill>
              <a:srgbClr val="BE12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949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E1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DPO / Reward / GRPO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0" y="539496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preferences, judges and rewards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2026-10-18T13:58:28Z</dcterms:created>
  <dcterms:modified xsi:type="dcterms:W3CDTF">2026-10-18T13:58:28Z</dcterms:modified>
</cp:coreProperties>
</file>