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LangGraph · LangSmith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one stack: parts, flow, visibility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18288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4114800"/>
            <a:ext cx="1828800" cy="10972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4114800"/>
            <a:ext cx="1828800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answer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rivals. Each solves a different problem.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56616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= the parts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model to tools, data and prompts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toolbox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what can my app use?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554480"/>
            <a:ext cx="3566160" cy="6400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= the flow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80560" y="233172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order: loops, branches, pauses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flowchart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in what order, and what if it fails?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554480"/>
            <a:ext cx="356616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554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= the visibility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0" y="233172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tests and monitors every run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CCTV plus exam marks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what happened, and is it any good?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3000" dirty="0"/>
          </a:p>
        </p:txBody>
      </p:sp>
      <p:pic>
        <p:nvPicPr>
          <p:cNvPr id="3" name="Image 0" descr="langchain_graph_smith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005840"/>
            <a:ext cx="10058400" cy="56601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LangChain: the building blocks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gives you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0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pieces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models (ChatOllama, ChatOpenAI)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functions the model can call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and messages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Retrievers, vector stores, embeddings, loaders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create_agent: a ready-made tool-calling loop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530352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63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course code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rag_engine.py: FAISS, re-ranker, 3 tools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ChatOllama(model='llama3.1')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ToolNode runs the tool calls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alone for: simple chat, RAG, one agent with tools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the control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a straight line is not enough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00" cy="6400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pieces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shared notebook all steps read and write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functions (agent, tools, checks)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the paths, including conditional ones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Checkpointer: saves progress to SQLite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interrupt(): pause for a human, resume later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5303520" cy="6400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63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program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step before raise_hr_ticket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check, then one retry if it fails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survives a restart (--thread)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the right tool for multi-agent supervisors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LangSmith: the visibility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run your app. It watches and tests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0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pieces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Tracing: every model call, tool call and node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saved test questions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Evaluators: automatic scoring of answers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management and version history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cost, latency, errors in production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530352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63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program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LANGSMITH_API_KEY and tracing turns on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check logged as its own step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policy_graph_eval.py: 3 evaluators over a dataset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experiments after changing model or chunker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fit in policy_graph_app.py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three layers working together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6459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2286000"/>
            <a:ext cx="246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441448" y="21031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48" y="2103120"/>
            <a:ext cx="16459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(LangChain model)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87368" y="2286000"/>
            <a:ext cx="246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34256" y="21031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4256" y="2103120"/>
            <a:ext cx="16459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(LangChain tools)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80176" y="2286000"/>
            <a:ext cx="246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27064" y="21031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2103120"/>
            <a:ext cx="16459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(LangGraph pause)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72984" y="2286000"/>
            <a:ext cx="246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19872" y="21031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2103120"/>
            <a:ext cx="16459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65792" y="2286000"/>
            <a:ext cx="246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012680" y="210312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12680" y="2103120"/>
            <a:ext cx="16459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1106424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watches the whole row above and records every step as one trace tree.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supplies the model and tools.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decides: pause for approval, loop back, retry once, then stop.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LangSmith and the app still works. You just cannot see inside it.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simple. Add layers only when you feel the pain.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chatbot or RAG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1554480"/>
            <a:ext cx="438912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1554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only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0428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approval, retries, loops or branches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2304288"/>
            <a:ext cx="4389120" cy="6400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3042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LangGraph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54096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agents with a supervisor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23760" y="3054096"/>
            <a:ext cx="4389120" cy="6400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305409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03904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debug a bad answer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23760" y="3803904"/>
            <a:ext cx="438912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380390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LangSmith tracing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553712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55371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prove a change made things better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23760" y="4553712"/>
            <a:ext cx="438912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455371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evaluation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3035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 production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23760" y="5303520"/>
            <a:ext cx="43891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5303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three; LangSmith monitoring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cheat sheet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4864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langchain langchain-ollama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langgraph langgraph-checkpoint-sqlite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langsmith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pull llama3.1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create_holiday_db.py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holiday_api:app --port 8000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371600"/>
            <a:ext cx="530352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3716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LangSmith (optional)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key at smith.langchain.com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LANGSMITH_API_KEY=lsv2_...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LANGSMITH_PROJECT=policy-assistant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starts automatically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python policy_graph_app.py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Eval: python policy_graph_eval.py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6459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0" y="15544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parts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64592" cy="10972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71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754880" y="29718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order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64592" cy="1097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89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54880" y="43891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happened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2026-10-18T06:38:19Z</dcterms:created>
  <dcterms:modified xsi:type="dcterms:W3CDTF">2026-10-18T06:38:19Z</dcterms:modified>
</cp:coreProperties>
</file>