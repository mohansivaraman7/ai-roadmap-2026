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running example: how does a model know that "it" means the cat? That one question is what this whole module answers. Everything today, from attention to RAG, comes back to this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we go from the problem (why), to the overall picture, then follow the data through the model: tokens, positions, attention, the block, and finally how the model is trained and used in RAG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RNN: like reading with a short memory and no notes. LSTM: reading page by page with a notebook, deciding what to write and erase (forget, input, output gates). Transformer: seeing the whole page at once and drawing lines between related words. Each model fixed the previous one's problem: RNN forgets, LSTM adds gates, Transformer removes the step-by-step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nuances worth saying out loud. First, Transformers are parallel while reading, but they still generate one token at a time. Second, it is a trade-off: RNN and LSTM are cheap per step with fixed memory, while a Transformer's attention cost grows with length squared. LSTMs are still a sensible choice for small datasets, sensor data and small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if you had to pass a message along a line of 100 people, how much of it survives? That is the RNN. Now imagine everyone in a room can talk to everyone directly. That is attention. The price: with n words there are about n × n connections, which is why long inputs get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up a common confusion here: Hugging Face's Python library is called "transformers", but it is a library of ready-made Transformer models, not the architecture itself. This module teaches the architecture; Hugging Face appears in the hands-on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translation: "I love India" goes in on the left; the encoder builds an understanding of it. The decoder writes the Hindi one token at a time: masked self-attention looks at what it has written so far, cross-attention looks at the encoder's output (orange arrow) to decide what to write next, feed-forward processes it, and linear + softmax gives a probability for every word in the vocabulary. Hidden in every block: residual connections and LayerNorm (shown later). N was 6 in the original paper; big models use 100+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Nuance: because models see word pieces, not letters, they struggle with tasks like counting letters in "strawberry", and numbers are split oddly. Hindi or Tamil text usually needs more tokens than English for the same meaning, so it costs more and fills the context window faster. The tokenizer must always match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embedding lookup is simply picking a row from a learned table: one row per word in the vocabulary. It is mathematically the same as multiplying a one-hot vector by a weight matrix, just faster. The first notebook proves this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Sinusoidal formula for reference: PE(pos, 2i) = sin(pos / 10000^(2i/d)), PE(pos, 2i+1) = cos(pos / 10000^(2i/d)). Values stay between -1 and 1, and need no training. Many context-window extensions (for example 4K to 128K tokens) work by adjusting the position scheme, especially 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 +2, +3" stands for adding a position vector, not literally adding a number. Exercise from the first notebook: remove positional encoding and retrain the sequence-reversal model. It can no longer reverse, because it no longer knows which digit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numbers in the hand-made example are chosen by us to teach: number 1 means "is it an animal?", number 2 means "is it an action?". Scores for the "it" row: it·cat = 0.90, it·sat = 0.10, it·it = 0.82; softmax gives 42%, 19%, 39%. Real models learn hundreds of numbers per word, and their meanings are not labelled. Try changing "it" to [0.1, 0.9]: now it attends most to "sat".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three separate matrices? A word's role as a searcher differs from its role as something to be found: W_q lets "it" search for nouns while W_k lets "cat" advertise itself as one. Why divide by the square root of d_k? Dot products of long vectors are large; softmax of large numbers becomes nearly one-hot and gradients vanish, so training stalls. The notebook shows this: with d = 512, unscaled weights were [0, 0, 0, 0, 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three things. One: every earlier word gets some weight; attention is a soft weighted average, not a single pointer. Two: the weights add up to 100%. Three: the later words are hidden by the causal mask in decoder models such as GPT and Claude. In an encoder such as BERT, "it" could also look right, at "was" and "tired". The numbers here are made up to show the idea; a real trained model's weights differ by layer and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attention was first added to RNN translation models in 2014 (Bahdanau et al.) as cross-attention between two sequences. The 2017 breakthrough was using self-attention to replace the RNN entirely. Modern chat LLMs are decoder-only: they have no cross-attention; the prompt and the answer are one sequence, read with masked self-attention. The causal mask applies to your prompt too, so word 5 of a prompt cannot see word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masked grid is exactly what torch.tril(torch.ones(n, n)) produces in the notebooks. In PyTorch's built-in nn.Transformer the convention is reversed (True or minus infinity means blocked), a very common bug. Cross-attention grids are output length by input length, which is why translation works between sentences of different 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Nuances: nobody assigns roles to heads; "head 3 tracks pronouns" is something researchers discover afterwards, and many heads turn out to be redundant and can be pruned. Every layer has its own heads: BERT-base has 12 layers × 12 heads = 144. Newer LLMs often share keys and values between heads (multi-query or grouped-query attention) to save memory during generation. Multi-head works with self, masked and cross attention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code the split is just reshaping: Q.view(batch, seq, 8, 64).transpose(1, 2). In the beginner notebook we keep it simpler: a Python list of Head objects joined with torch.cat. The built-in PyTorch layer is nn.MultiheadAttention(embed_dim=512, num_heads=8, batch_first=True).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ReLU (or GELU in BERT and GPT) non-linearity, stacked layers would collapse into one big linear function. Research suggests feed-forward layers act like key-value memories that store facts learned in training. Mixture-of-Experts models replace one feed-forward layer with many "expert" ones and run only a few per token. LayerNorm, not BatchNorm, because it works per token and does not depend on batch size or sentence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normalise, let words share information through attention, add the result back to x, normalise again, let each word think through feed-forward, add back again. This is the pre-norm layout used by GPT-2 and most modern LLMs; the original 2017 paper normalised after each add instead. The output has the same shape as x, which is why blocks can be stacked.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the encoder is a reader who summarises a book in their head; the decoder is a writer who writes one word, then picks the next. BERT sees both directions, so it is great at understanding but was not trained to write left to right. Hands-on: BERT fill-in-the-blank ("The cat sat on the [MASK]") versus GPT-2 text generation shows the difference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is ChatGPT an encoder or a decoder? Decoder-only. Is the embedding model in a RAG pipeline an encoder or a decoder? Usually an encoder. Which shape would you pick for translating English to Hindi? Encoder-decoder, though large decoder-only LLMs now translate well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loop ChatGPT and Claude use. In the first notebook, the from-scratch Transformer learns to reverse sequences of digits and reaches about 99.8% accuracy in a couple of minutes on a CPU. Long answers are slow because decode is sequential; long prompts are much faster per token because prefill is parallel.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temperature: a low temperature makes the tallest bar even taller (safe, repetitive); a high temperature flattens the bars (more varied, riskier). Top-p keeps only the smallest set of top words whose probabilities add up to p, then samples among them. The model outputs probabilities; the decoding settings decide the actual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nuance 5: when nothing is relevant, models often dump attention on the first token or punctuation (attention sinks), so a bright spot does not always mean "important". The final answer also depends on dozens of layers, many heads and the feed-forward layers, so a single attention map is never a full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tie-ins for RAG builders: because of nuance 11 ("lost in the middle"), place the most relevant chunks near the question and do not stuff in too many. Because of nuance 12, RAG helps: it puts real facts into the context for attention to use. Because of nuance 10, the model never learns from your chat; its weights are frozen at inference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physically runs: SentenceTransformer(...).encode() or a Hugging Face pipeline runs the Transformer on your own computer. An API call (OpenAI, Claude, Gemini) sends text to the company's servers, where the Transformer runs. In our tiny agent notebook the exact line is scores = model(x)[0, -1] inside generate(). An agent usually runs the LLM once per loop: three tool calls usually means four LLM calls, three decisions plus the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Embed boxes must use the same embedding model, so the question and the chunks land in the same "meaning space". Vector search is not a Transformer: it only compares numbers. The final LLM step then uses self-attention to connect the question to the right parts of the retrieved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from-scratch notebook's Hugging Face part needs internet to download models. Suggested exercises: remove the causal mask and see generation break; remove positional encoding and see sequence reversal fail; add a subtract tool to the tiny agent; ask the agent "what is 25 plus 3" and explain why it fails (its training numbers only go up to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flow once more, pointing at each chip: text becomes tokens and vectors, positions are added, attention lets tokens share information, several heads look in different ways, feed-forward processes each token, residuals and LayerNorm keep training stable, the block repeats N times, and a decoder model finally predicts the next token, again and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for a quick quiz at the end of the session or at the start of the next one. Questions go roughly in the order of the module: basics, input, attention, architecture, training and generation, then nuances, RAG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 Follow-up: because the weights must add up to 100%, attention always goes somewhere, which explains "attention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 Follow-up: tricks like FlashAttention make this much faster in practice, but the exact computation still scales with length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 Why they look alike: both turn things into vectors and find what is most similar. Attention is soft, learned and token-level; RAG retrieval picks the top few chunks with a separate embedding model and vector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first, then click to reveal the answer. Point back to the tiny agent notebook: the brain is a TinyGPT, the hands are plain Python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to the two notebooks for practice and the 30 questions for revision. Suggested homework: run the tiny GPT notebook and complete one of its "try it yourself"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Deep learning module Transformers &amp; Attention How the architecture behind GPT, Claude, BERT and most modern AI actually works The cat sat on the mat because it was tired Attention · Self-attention · Encoder · Decoder · Applications · RAG &amp; agents · 30 Q&amp;A">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Agenda What we will cover 01 Why Transformers 02 The architecture 03 Tokens &amp; embeddings 04 Positional encoding 05 Attention: Q, K, V 06 Self, masked, cross 07 Multi-head attention 08 Feed-forward &amp; block 09 Encoder vs decoder 10 Training &amp; generation 11 Key nuances 12 RAG &amp; agents Each topic ends with a picture slide . The deck closes with 30 questions and answers for revis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1 · Why Transformers The problem: understanding context &quot;The cat sat on the mat because it was tired.&quot; To understand &quot;it&quot;, a model must link it to &quot;cat&quot;, six words earlier. Older models found this hard. 1980s–1990 RNN Reads one word at a time Passes a hidden state along Early words fade (vanishing gradient) 1997 LSTM Adds a cell state + 3 gates Forget, input, output Remembers longer, still step by step 2017 Transformer Reads all words at once Attention links any two words Trains in parallel on GPU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1 · Why Transformers RNN vs LSTM vs Transformer Feature RNN LSTM Transformer Main mechanism Hidden state Cell state + 3 gates Self-attention How it reads One word at a time One word at a time All words at once Training speed Slow (sequential) Slower (more maths) Fast (parallel on GPUs) Long-range context Fades quickly Better, still fades Direct link to any word Word 1 → word 100 99 steps 99 steps 1 step Word order Built in Built in Needs positional encoding Cost as input grows Linear (n) Linear (n) Attention grows as n² Used today for Simple sequences Time series, speech LLMs, translation, vision Key idea: the breakthrough was parallel training, not only better memory. It made billion-parameter models possibl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01 · Picture A relay vs a direct connection RNN / LSTM: a relay The cat sat … it Information is passed word to word. The orange fades: by the time we reach &quot;it&quot;, little of &quot;The cat&quot; is left. Transformer: all connected Every word links directly to every other word in one step. The orange word (&quot;it&quot;) can reach &quot;cat&quot; straight away.">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02 · The architecture What is a Transformer? A neural network for sequences (text, code, audio, images) built on attention . Introduced in Attention Is All You Need (Vaswani et al., Google, 2017). It is a deep learning model: layers of learned weights trained with backpropagation. Encoder = reads and understands the input Decoder = generates output, one token at a time  Chatbots GPT, Claude, Gemini  Translation Google Translate  Search BERT-style models  Code Copilot, Claude Code  Vision &amp; speech ViT, Whisper  Science AlphaFol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02 · Picture The Transformer architecture Encoder × N Decoder × N Feed-forward Self-attention Embedding + position Input tokens Linear + softmax Feed-forward Cross-attention Masked self-attention Embedding + position Output tokens so far Keys + Valu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03 · Tokens &amp; embeddings Step 1: text becomes numbers Tokenization Text is split into tokens , usually sub-word pieces: &quot;unbelievable&quot; may become un · believ · able Each token gets an ID from a fixed vocabulary (BERT ≈ 30k, GPT-2 ≈ 50k, newer LLMs 100k+) Cost, limits and speed are counted in tokens; 1 token ≈ ¾ of an English word Embeddings Each ID looks up a learned vector , a list of numbers (BERT and GPT-2: 768; GPT-3: 12,288) They start random; training places similar words close together (cat ≈ dog) &quot;bank&quot; gets the same starting vector in every sentence; attention adds context lat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03 · Picture From text to vectors 1 · Text &quot;The cat sat&quot; 2 · Tokens The cat sat 3 · Token IDs 464 3797 3332 4 · Vectors Each square is one number (blue = positive, orange = negative). Real vectors have hundreds or thousands of numbers. The IDs shown are illustrative; real IDs depend on the tokeniz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04 · Positional encoding Step 2: telling the model the word order Attention looks at all words at the same time , so on its own it has no sense of order . Without help, &quot;dog bites man&quot; and &quot;man bites dog&quot; would look identical. Input = word vector + position vector Clock analogy: hands moving at different speeds. Read together, they give every position a unique pattern. Sinusoidal Fixed sine and cosine waves. Original Transformer (2017). Learned positions A trained table, one row per position. BERT, GPT-2. RoPE (rotary) Rotates Q and K by position. Llama and most new LLM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04 · Picture Same words, different order Without position dog bites man man bites dog  Same set of words: the model cannot tell them apart With position added dog +1 bites +2 man +3 man +1 bites +2 dog +3  Different inputs: &quot;dog at position 1&quot; is not &quot;dog at position 3&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05 · Attention Step 3: attention, the core idea Each word looks at the other words and decides how much each one matters to it. 1 Score Compare two words with a dot product. Similar → bigger score. 2 Softmax Turn scores into percentages that add up to 100%. 3 Mix New meaning = weighted mix of the words it attended to. Hand-made example cat = [1.0, 0.0] sat = [0.0, 1.0] it = [0.9, 0.1] &quot;it&quot; attends: cat 42% , it 39%, sat 1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05 · Attention Query, Key and Value Vector Question it answers Library analogy Query (Q) What am I looking for? Your search words Key (K) What do I contain? Title on each book Value (V) What do I pass on? Content inside the book Each is made by a learned matrix: Q = x·W_q K = x·W_k V = x·W_v Attention(Q, K, V) = softmax( Q·Kᵀ / √dₖ ) · V Q·Kᵀ scores every pair of words ÷ √dₖ keeps scores stable, or softmax puts ~100% on one word softmax makes each row add up to 1 · V mixes the values by those weight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05 · Picture Where does &quot;it&quot; look? The cat sat on the mat because it was tired 4% 48% 6% 3% 4% 12% 8% 15% (self) hidden by the mask Line thickness = attention weight from &quot;it&quot; (illustrative numbers; all weights add up to 100%). The strongest link goes to cat . In a GPT-style model &quot;it&quot; cannot see later words, so &quot;was&quot; and &quot;tired&quot; are hidd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06 · Self, masked, cross Same formula, different inputs Type Q from K, V from Mask Used in Self-attention same sentence same sentence none: both sides Encoder, BERT Masked self-attention same sentence same sentence causal: past only GPT, Claude, Llama Cross-attention decoder encoder output none Translation, T5 attn(x, x, x) attn(x, x, x, mask=causal) attn(dec, enc, enc) Self: &quot;it&quot; looks inside its own sentence Masked: no peeking at future words Cross: Hindi words look at the English inpu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06 · Picture Who can see whom? Self-attention Every word sees every word (BERT) Masked Only itself and earlier words (GPT) Cross-attention 3 output words × 5 input words: the grid need not be square Rows = the word that is looking. Columns = the words it may look at. Coloured = allowed, grey = block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07 · Multi-head attention Several heads, several viewpoints One head gives one weighted average, so it can track one kind of relationship at a time. Multi-head attention runs several heads in parallel , each with its own W_q, W_k, W_v. Outputs are joined and mixed by W_o . Cost trick: d_model is split, not copied. 512 = 8 heads × 64, so 8 heads cost about the same as one big head. Analogy: a panel of examiners, each checking something different, then one head examiner combines the reports. Head Might track &quot;it&quot; looks at Head 1 References cat Head 2 Subject ↔ verb was Head 3 Nearby words because Head 4 Descriptions tired Illustrative: heads learn their own roles during training. Model Heads Per head Original (512) 8 64 BERT-base, GPT-2 (768) 12 64 GPT-3 (12,288) 96 1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07 · Picture Inside multi-head attention Input x 512 per word Head 1 · references Head 2 · subject–verb Head 3 · nearby words … Head 8 Concat 8 × 64 = 512 W_o mix heads Output 512 per word Each head works on its own 64-number slice in parallel. The output has the same size as the input, so layers can be stacke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08 · Feed-forward &amp; the block The rest of each layer Feed-forward W2·ReLU(W1·x+b1)+b2 Expands 4× (512 → 2048), then back Applied to each token separately About ⅔ of all parameters Attention gathers, feed- forward thinks Residual (Add) x + sublayer(x) Adds the input back to the output Nothing is lost between layers Gradients flow through 100+ layers Idea from ResNet (2015) LayerNorm (Norm) mean 0, std 1, then γ, β Rescales each token's vector Keeps training stable Original: after the add (post-norm) Modern LLMs: before (pre-norm) Analogy: attention is a team meeting where everyone shares; feed-forward is each person going back to their desk to think.">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08 · Picture One Transformer block (GPT style) residual: keep x, add attention residual: keep it, add feed-forward x LayerNorm Masked multi- head attention + LayerNorm Feed-forward + output The blue lines are the residual &quot;highway&quot;: each sub-layer reads from it and adds a small update. Stack this block N times: 12 in GPT- 2 small, 96 in GPT-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09 · Encoder vs decoder Encoder, decoder, or both Encoder-only Understands Sees words on both sides Classification, search embeddings, sentiment BERT, RoBERTa, sentence- transformers Decoder-only Generates Masked: sees only the past Predicts the next token, again and again GPT, Claude, Llama Encoder–decoder Transforms Encoder reads, decoder writes via cross-attention Translation, summarisation Original Transformer, T5, BART RAG uses two kinds: an encoder-style model to make search embeddings, and a decoder LLM to write the answ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09 · Picture Three model shapes BERT Encoder layers only text in → understanding GPT, Claude, Llama Decoder layers only prompt in → next tokens out T5, original Both, linked by cross-attention English in → Hindi out Blue = encoder layer (sees both sides). Orange = decoder layer (sees only the pas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10 · Training &amp; generation Learning vs using the model Training (parallel) Predict the next token at every position at once (teacher forcing) The causal mask stops the model from cheating Loss: cross-entropy (how wrong the guesses were) Backpropagation updates all weights, including W_q, W_k, W_v Generation (one by one) Predict → pick → append → repeat until the end token Prefill reads the prompt in parallel; decode writes one token at a time The KV cache stores past keys and values Greedy, temperature and top-p decide which token is picked Weights are frozen when you chat. The model does not learn from your conversation; examples in a prompt are used only through attention (in-context learni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lide 24" descr="10 · Picture Writing one token at a time Step 1 Transformers are used Step 2 Transformers are used in Step 3 Transformers are used in chatbots Each new token (orange) is added to the input, and the model runs again. After &quot;Transformers are&quot;, the model scores every word: used · 41% very · 18% the · 9% a · 7% Illustrative numbers. Greedy picks the top word; sampling may pick anoth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lide 25" descr="11 · Key nuances (1 of 2) What learners often get wrong 1 Tokens are word pieces So counting letters and arithmetic are hard for LLMs. 2 Attention ignores order Word order exists only because positions are added. 3 Same word, same start &quot;bank&quot; starts identical everywhere; attention adds the context. 4 Attention is soft A weighted average over all visible words, not one choice. 5 Attention maps are hints Weights must sum to 100%, so models park attention on &quot;sink&quot; tokens. 6 √dₖ scaling matters Without it softmax saturates and training stall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lide 26" descr="11 · Key nuances (2 of 2) How real LLMs behave 7 No cross-attention in GPT Prompt and answer are one sequence, read with a causal mask. 8 Feed-forward holds most About ⅔ of parameters and much of the factual knowledge. 9 Parallel, then sequential Training is parallel; writing is one token at a time. 10 Context is not memory Each call is stateless; chat apps re-send the conversation. 11 Cost grows as length² And the middle of a long prompt is often used less well. 12 Plausible is not true Trained to predict likely text, so it can hallucina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lide 27" descr="12 · RAG &amp; agents Where a Transformer runs in code RAG chunks = split(document) plain Python vectors = embedder.encode(chunks) Transformer · encoder q_vec = embedder.encode([question]) Transformer · encoder hits = db.query(q_vec, n_results=3) cosine similarity: maths prompt = build(question, hits) string formatting answer = llm.invoke(prompt) Transformer · decoder LLM Agent decision = llm.invoke(question) # &quot;CALL add 12 7&quot; Transformer decides result = TOOLS[tool](*args) plain Python too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lide 28" descr="12 · Picture A RAG pipeline: where the Transformer works 1 · Indexing (done once) 2 · Answering (every question) Documents PDFs, pages Chunk Python Embed encoder model Vector DB stores numbers Question from the user Embed encoder model Search cosine maths Prompt string format LLM decoder model Answer to the user Orange = a Transformer runs here White = ordinary code or storage Attention finds information within what the model reads. RAG decides what the model gets to read. The embedding model is itself a Transformer encod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Slide 29" descr="Hands-on Two notebooks to run in class First-year students tiny_gpt_and_agent.ipynb Attention with hand-made numbers Small classes: Head, MultiHead, Block, TinyGPT Trains a tiny GPT that writes sentences A tiny agent picks tools: add, multiply, weather Attention picture shows numbers being copied Developers transformer_from_scratch.ipynb Full encoder–decoder in PyTorch Theory + library table for every block Matches nn.Transformer parameter counts Learns to reverse sequences (~99.8%) BERT, GPT-2 and BertViz via Hugging Face To run: open in Google Colab → Runtime → Run all. The core parts run on a normal CPU in about 2 minut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Slide 30" descr="In one line A Transformer understands context by letting every token pay attention to every other token. Tokens → vectors + positions Attention: Q · K → weights → V Many heads Feed-forward + residual + norm × N layers Predict the next toke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Slide 31" descr="Revision 30 questions &amp; answers Ask the question, let the class answer, then click: in Present mode the answer appears on the next click.">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Slide 32" descr="Question 1 of 30 · Basics What problem do Transformers solve that RNNs struggle with? Answer Linking distant words and training fast. RNNs read one word at a time, so early words fade and training cannot run in parallel. Transformers use attention to connect any two words directly and process all tokens in paralle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Slide 33" descr="Question 2 of 30 · Basics Which paper introduced the Transformer, and when? Answer Attention Is All You Need by Vaswani et al. (Google), 2017. It replaced recurrence (RNNs and LSTMs) with self-attention.">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Slide 34" descr="Question 3 of 30 · Input What is a token? Answer A piece of text the model works with, usually a sub-word: &quot;unbelievable&quot; may become several tokens. Each token has an ID in a fixed vocabulary. In English, 1 token is roughly ¾ of a wor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Slide 35" descr="Question 4 of 30 · Input What is an embedding? Answer A learned vector (a list of numbers) for each token. The values start random; training places tokens with similar meanings close together, for example &quot;cat&quot; near &quot;dog&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Slide 36" descr="Question 5 of 30 · Input Why does a Transformer need positional encoding? Answer Attention looks at all tokens at once and has no built-in sense of order. Without position information, &quot;dog bites man&quot; and &quot;man bites dog&quot; would look the same to the model.">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Slide 37" descr="Question 6 of 30 · Input Name three ways to encode position. Answer Sinusoidal waves (original Transformer), learned position embeddings (BERT, GPT-2), and rotary embeddings, RoPE (Llama and most new LLM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Slide 38" descr="Question 7 of 30 · Attention In one sentence, what does attention do? Answer It lets each token look at other tokens and build its new meaning as a weighted mix of the ones that matter most to it. In &quot;the cat sat because it was tired&quot;, &quot;it&quot; gives most weight to &quot;cat&quo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Slide 39" descr="Question 8 of 30 · Attention What do Query, Key and Value represent? Answer Query: what a token is looking for. Key: what a token contains. Value: what a token passes on if chosen. Like a library: your search words, the book titles, and the content inside the book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Slide 40" descr="Question 9 of 30 · Attention Write the attention formula and explain each part. Answer Attention(Q, K, V) = softmax(Q·Kᵀ / √dₖ) · V Score every query against every key, scale by √dₖ, turn the scores into percentages with softmax, then mix the values by those percentag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Slide 41" descr="Question 10 of 30 · Attention Why do we divide the scores by √dₖ? Answer Dot products of long vectors become very large. Softmax then puts almost 100% on one token and the gradients become tiny, so training stalls. Scaling keeps the scores in a healthy rang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Slide 42" descr="Question 11 of 30 · Attention Why is softmax used in attention? Answer It turns raw scores into positive weights that add up to 1 (100%), so the output is a proper weighted average of the value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Slide 43" descr="Question 12 of 30 · Attention What is the difference between self-attention and cross-attention? Answer Self-attention: Q, K and V all come from the same sequence. Cross-attention: Q comes from the decoder, while K and V come from the encoder's output, for example Hindi words looking at the English sentenc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Slide 44" descr="Question 13 of 30 · Attention What is masked (causal) self-attention, and why is it needed? Answer Each token can see only itself and earlier tokens. It stops the decoder from peeking at future words during training, so training matches how generation works, one word at a ti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Slide 45" descr="Question 14 of 30 · Multi-head What is multi-head attention, and why use it? Answer Several attention heads run in parallel, each with its own Q, K and V weights. Their outputs are joined and mixed by W_o, so the model can track several kinds of relationship at once, such as references and subject– verb link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pic>
        <p:nvPicPr>
          <p:cNvPr id="2" name="Slide 46" descr="Question 15 of 30 · Multi-head Do we tell each head what job to do? Answer No. Each head starts with different random weights and learns its own pattern during training. Roles like &quot;tracks pronouns&quot; are discovered afterwards by researchers, and many heads turn out to be redundan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pic>
        <p:nvPicPr>
          <p:cNvPr id="2" name="Slide 47" descr="Question 16 of 30 · Multi-head How does multi-head attention stay cheap? Answer The vector is split across heads instead of copied. With d_model = 512 and 8 heads, each head works on 64 numbers, so 8 heads cost about the same as one full-size head.">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Slide 48" descr="Question 17 of 30 · The block What does the feed-forward layer do? Answer A small two-layer network applied to each token separately: expand (often 4×), apply a non-linearity such as ReLU, then shrink back. Attention gathers information; feed-forward processes it. It holds about two-thirds of the paramete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Slide 49" descr="Question 18 of 30 · The block What is a residual connection, and why use it? Answer The layer's input is added to its output: x + sublayer(x). Information is never lost, each layer only learns a change, and gradients can flow through very deep stacks of 100+ layer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Slide 50" descr="Question 19 of 30 · The block What does LayerNorm do? Answer It rescales each token's vector to mean 0 and standard deviation 1, then applies a learned scale and shift. This keeps the numbers in a stable range layer after layer, so training is faster and does not blow up.">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Slide 51" descr="Question 20 of 30 · The block What is the difference between pre-norm and post- norm? Answer Post-norm (original paper) normalises after adding the residual: norm(x + sublayer(x)). Pre-norm (most modern LLMs) normalises before each sub-layer: x + sublayer(norm(x)). Pre-norm trains more stably in very deep model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Slide 52" descr="Question 21 of 30 · Model families Encoder-only vs decoder-only: give an example of each. Answer Encoder-only (BERT) sees both directions and is good at understanding: classification and search embeddings. Decoder-only (GPT, Claude, Llama) predicts the next token and is good at generating tex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Slide 53" descr="Question 22 of 30 · Generation Why is training parallel but generation sequential? Answer In training the full correct text is already known, so every position is predicted at once (teacher forcing plus the mask). In generation each new token depends on the one before it, so tokens are produced one at a tim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Slide 54" descr="Question 23 of 30 · Generation What is the KV cache? Answer While generating, the model stores the Keys and Values of earlier tokens so it does not recompute them for every new token. It makes generation faster, but memory use grows as the text gets long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pic>
        <p:nvPicPr>
          <p:cNvPr id="2" name="Slide 55" descr="Question 24 of 30 · Generation What do temperature and top-p control? Answer How the next token is picked from the probabilities. Low temperature gives safe, repetitive text; high temperature gives more varied, riskier text. Top-p samples only from the most likely token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Slide 56" descr="Question 25 of 30 · Nuances Is the context window the same as memory? Answer No. Each call is stateless: chat apps re-send the conversation every time, and older text is cut or summarised when it no longer fits. The model's weights do not change from your cha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pic>
        <p:nvPicPr>
          <p:cNvPr id="2" name="Slide 57" descr="Question 26 of 30 · Nuances Why does attention get expensive for long inputs? Answer Every token is compared with every other token, so the work grows with the length squared. Doubling the input roughly quadruples the attention work.">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pic>
        <p:nvPicPr>
          <p:cNvPr id="2" name="Slide 58" descr="Question 27 of 30 · Nuances Why do LLMs sometimes hallucinate? Answer They are trained to predict plausible next tokens, not verified facts. When the model is unsure, a fluent wrong answer can still be the most probable one. RAG reduces this by putting real facts into the prompt.">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pic>
        <p:nvPicPr>
          <p:cNvPr id="2" name="Slide 59" descr="Question 28 of 30 · RAG &amp; agents How is attention different from RAG? Answer Attention works inside the model, over the tokens already in its context. RAG is a system around the model that retrieves documents and puts them into the context. RAG depends on attention to use them.">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Slide 60" descr="Question 29 of 30 · RAG &amp; agents In a RAG app, which lines of code run a Transformer? Answer The embedding calls (an encoder: embedder.encode for the chunks and the question) and the LLM call (a decoder: llm.invoke). Chunking, vector search and prompt building are ordinary cod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pic>
        <p:nvPicPr>
          <p:cNvPr id="2" name="Slide 61" descr="Question 30 of 30 · RAG &amp; agents What makes an AI agent different from a plain LLM? Answer Agent = LLM (decides) + tools (act) + a loop. The LLM writes a tool request such as &quot;CALL add 12 7&quot;, normal code runs the tool, and the result goes back to the LLM for the next step or the final answer.">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pic>
        <p:nvPicPr>
          <p:cNvPr id="2" name="Slide 62" descr="Thank you Keep exploring with these resources: Attention Is All You Need Vaswani et al., 2017: the original paper The Illustrated Transformer Jay Alammar: the best-known visual guide 3Blue1Brown videos Attention and Transformers, visually explained Transformer Explainer Interactive GPT-2 in the browser (Georgia Tech)">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Transformers &amp; Attention</dc:title>
  <dc:subject/>
  <dc:creator/>
  <cp:lastModifiedBy/>
  <cp:revision>1</cp:revision>
  <dcterms:created xsi:type="dcterms:W3CDTF">2026-10-10T04:37:56Z</dcterms:created>
  <dcterms:modified xsi:type="dcterms:W3CDTF">2026-10-10T04:37:56Z</dcterms:modified>
</cp:coreProperties>
</file>